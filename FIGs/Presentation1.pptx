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8"/>
  </p:normalViewPr>
  <p:slideViewPr>
    <p:cSldViewPr snapToGrid="0">
      <p:cViewPr>
        <p:scale>
          <a:sx n="92" d="100"/>
          <a:sy n="92" d="100"/>
        </p:scale>
        <p:origin x="65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03999-6F26-EC5D-7ECD-4D314E072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F3BF1-7136-E80A-BFF8-6239962B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CDE59-9269-9DCB-6354-44D24479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5C9F-0A9D-1AA6-6378-BB64D64C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E8DC7-8E3D-C8E0-548A-7C7E59C2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2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3D5D-DF11-40EC-D22E-B5063D87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BA83C-F503-ECA9-534D-E96B1E1C7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931A0-7E31-6846-0431-E97C7BBC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1774-2A5A-64A1-8295-66F74FFE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BF5F0-21A8-00A2-45CE-3BDD9A65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6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62B5-99D3-D580-E38A-C00C8060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BF88E-F2D3-2FD7-AC62-83F6ADD64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5386E-0E3B-8C38-A9CE-8CF3C69E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0D710-592F-69D5-7563-607A2898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EFEBE-FD3D-13E7-B30F-E03CA711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03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3562-6D95-58D7-9DCE-3E814174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7DAE0-E9C1-A4C3-DEB7-7E371752E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ABA98-FC29-80F9-C60F-EDDCC3797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B56C1-67EC-1A64-AC70-6C8D951F3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A4197-3279-27E4-6434-94D0BF07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3CC26-E00C-DAFF-5527-8C9B15F3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0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9527-BE63-B522-149C-A2458403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BA75C-7409-F099-07FF-AD50ED925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687B2-26CE-1B48-9D86-BD508BD49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5D15B-8029-CD61-3070-BB437AD11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B14F0-6AEE-4817-D488-FB6F84803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E82951-9B00-7B7E-8EC6-DF2E036EE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6D972-2676-47FE-68D5-B9504A2D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5B9AB-9194-D5D4-99BF-7B615897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5772-7189-7293-BE18-155A6405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7FC2D-A7CC-7BE7-6498-611D9075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24B3C-3E86-2895-B006-BEE1BBC4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35CE3-9CA3-D561-98B3-24D98278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5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670EA3-E6D8-6849-C514-460022A0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B1515-6AC3-C7DC-F656-5ABC92834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9194-A742-2A97-37B3-56C71C93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3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B1CE-470A-0091-F691-41E7317A4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03071-4134-7397-2AC9-01FDD21A5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F4712-53AC-3CF2-028F-1679176D7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E4B83-FE94-DC1C-F4EF-ABB71769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52FC5-D337-BD52-B4A1-C5CAC56A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31F50-8E2D-CE64-D832-A2E243751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5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5379-D434-69FC-1247-6300B0CE9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ED05F-D4D6-6DDD-A477-351C4A148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4531C-D867-7C43-E098-99C9806F8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95694-F7CF-A296-D424-FFB5A16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CD852-75E0-FE36-B62A-5046CB1D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398D2-4E3D-3261-4E71-16DF66AFF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4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A28A-DC6D-B163-E75F-816A053E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F6222-BD7E-7572-7B7C-F6A9A2801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4D8FF-AD52-2817-6820-62C6E643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613D4-0098-C440-89F5-FED1752D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2444C-074C-F52B-F615-5FB0567D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8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355B7-8207-13E5-1680-94E8518FF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7805D-83C5-1329-1564-3DF7BDD31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40BF2-8A85-213D-0414-2F272A67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E3486-F0DF-C5F0-183A-26C28BC1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06413-4DBD-A8BD-1F26-8F502D14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9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F5A05E-9340-6488-A7B0-E22C3B788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78C80-6F5F-EED2-7AC0-C783A9E83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1932E-C619-A5EC-47F7-9946B1823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725D6-D845-EE45-9E5F-1D00A9A6F7A7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5B224-9C67-15E1-39F8-792EC6243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932FB-C640-710A-9CE6-B1AA0C818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CB79C-5673-9540-AF47-60D26D5C0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1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C5F31C98-CEB1-7D66-32FD-46BDD69A111C}"/>
              </a:ext>
            </a:extLst>
          </p:cNvPr>
          <p:cNvGrpSpPr/>
          <p:nvPr/>
        </p:nvGrpSpPr>
        <p:grpSpPr>
          <a:xfrm>
            <a:off x="737771" y="852616"/>
            <a:ext cx="10420380" cy="3403413"/>
            <a:chOff x="737771" y="852616"/>
            <a:chExt cx="10420380" cy="3403413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ACFC70D-AA2F-76F0-B878-344F41D9C3F2}"/>
                </a:ext>
              </a:extLst>
            </p:cNvPr>
            <p:cNvSpPr/>
            <p:nvPr/>
          </p:nvSpPr>
          <p:spPr>
            <a:xfrm>
              <a:off x="737771" y="1482811"/>
              <a:ext cx="811330" cy="1782279"/>
            </a:xfrm>
            <a:prstGeom prst="roundRect">
              <a:avLst>
                <a:gd name="adj" fmla="val 3194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RNN</a:t>
              </a:r>
            </a:p>
          </p:txBody>
        </p:sp>
        <p:cxnSp>
          <p:nvCxnSpPr>
            <p:cNvPr id="11" name="Curved Connector 10">
              <a:extLst>
                <a:ext uri="{FF2B5EF4-FFF2-40B4-BE49-F238E27FC236}">
                  <a16:creationId xmlns:a16="http://schemas.microsoft.com/office/drawing/2014/main" id="{0D2F8ECC-1758-5C7C-82B2-1A6114AC3F67}"/>
                </a:ext>
              </a:extLst>
            </p:cNvPr>
            <p:cNvCxnSpPr/>
            <p:nvPr/>
          </p:nvCxnSpPr>
          <p:spPr>
            <a:xfrm flipV="1">
              <a:off x="1624405" y="2377440"/>
              <a:ext cx="387275" cy="129092"/>
            </a:xfrm>
            <a:prstGeom prst="curvedConnector3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BA07216-09EC-7BA0-BD1A-67C99D416E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1068" y="3332178"/>
              <a:ext cx="0" cy="31306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51A782F-A2CB-F842-406F-C2CF415D20C3}"/>
                </a:ext>
              </a:extLst>
            </p:cNvPr>
            <p:cNvSpPr/>
            <p:nvPr/>
          </p:nvSpPr>
          <p:spPr>
            <a:xfrm>
              <a:off x="864609" y="3712331"/>
              <a:ext cx="572917" cy="54369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E945283-46B7-66E9-5715-78F4463F95EB}"/>
                </a:ext>
              </a:extLst>
            </p:cNvPr>
            <p:cNvSpPr/>
            <p:nvPr/>
          </p:nvSpPr>
          <p:spPr>
            <a:xfrm>
              <a:off x="2086984" y="1482811"/>
              <a:ext cx="811330" cy="1782279"/>
            </a:xfrm>
            <a:prstGeom prst="roundRect">
              <a:avLst>
                <a:gd name="adj" fmla="val 3194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RNN</a:t>
              </a:r>
            </a:p>
          </p:txBody>
        </p: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441D699E-75E5-D6A7-ECA9-9E37043568AB}"/>
                </a:ext>
              </a:extLst>
            </p:cNvPr>
            <p:cNvCxnSpPr/>
            <p:nvPr/>
          </p:nvCxnSpPr>
          <p:spPr>
            <a:xfrm flipV="1">
              <a:off x="2973618" y="2377440"/>
              <a:ext cx="387275" cy="129092"/>
            </a:xfrm>
            <a:prstGeom prst="curvedConnector3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1E14CC3-69CF-C7D2-5F98-AA1C1CD4F0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0281" y="3332178"/>
              <a:ext cx="0" cy="31306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F773BB9-965C-8C37-B355-53E4D3A264E5}"/>
                </a:ext>
              </a:extLst>
            </p:cNvPr>
            <p:cNvSpPr/>
            <p:nvPr/>
          </p:nvSpPr>
          <p:spPr>
            <a:xfrm>
              <a:off x="2213822" y="3712331"/>
              <a:ext cx="572917" cy="54369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Cat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8A6A496-189A-C1BD-3BF8-93B44899BFD9}"/>
                </a:ext>
              </a:extLst>
            </p:cNvPr>
            <p:cNvSpPr/>
            <p:nvPr/>
          </p:nvSpPr>
          <p:spPr>
            <a:xfrm>
              <a:off x="3436196" y="1482811"/>
              <a:ext cx="811330" cy="1782279"/>
            </a:xfrm>
            <a:prstGeom prst="roundRect">
              <a:avLst>
                <a:gd name="adj" fmla="val 3194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RNN</a:t>
              </a:r>
            </a:p>
          </p:txBody>
        </p:sp>
        <p:cxnSp>
          <p:nvCxnSpPr>
            <p:cNvPr id="21" name="Curved Connector 20">
              <a:extLst>
                <a:ext uri="{FF2B5EF4-FFF2-40B4-BE49-F238E27FC236}">
                  <a16:creationId xmlns:a16="http://schemas.microsoft.com/office/drawing/2014/main" id="{A63D0527-F29B-D14B-E95F-81A831CD46CD}"/>
                </a:ext>
              </a:extLst>
            </p:cNvPr>
            <p:cNvCxnSpPr/>
            <p:nvPr/>
          </p:nvCxnSpPr>
          <p:spPr>
            <a:xfrm flipV="1">
              <a:off x="4322830" y="2377440"/>
              <a:ext cx="387275" cy="129092"/>
            </a:xfrm>
            <a:prstGeom prst="curvedConnector3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6362B52-A059-3BB1-376E-C98236829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9493" y="3332178"/>
              <a:ext cx="0" cy="31306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72A5F9-6874-3122-F1A2-83F7640AA014}"/>
                </a:ext>
              </a:extLst>
            </p:cNvPr>
            <p:cNvSpPr/>
            <p:nvPr/>
          </p:nvSpPr>
          <p:spPr>
            <a:xfrm>
              <a:off x="3563034" y="3712331"/>
              <a:ext cx="572917" cy="54369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E111F479-CAFA-CB38-1A0D-46A155A2746A}"/>
                </a:ext>
              </a:extLst>
            </p:cNvPr>
            <p:cNvSpPr/>
            <p:nvPr/>
          </p:nvSpPr>
          <p:spPr>
            <a:xfrm>
              <a:off x="4785407" y="1482811"/>
              <a:ext cx="811330" cy="1782279"/>
            </a:xfrm>
            <a:prstGeom prst="roundRect">
              <a:avLst>
                <a:gd name="adj" fmla="val 3194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RNN</a:t>
              </a:r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E8C511C-1E72-8F9C-3A2C-1E027BCE0975}"/>
                </a:ext>
              </a:extLst>
            </p:cNvPr>
            <p:cNvCxnSpPr/>
            <p:nvPr/>
          </p:nvCxnSpPr>
          <p:spPr>
            <a:xfrm flipV="1">
              <a:off x="5672041" y="2377440"/>
              <a:ext cx="387275" cy="129092"/>
            </a:xfrm>
            <a:prstGeom prst="curvedConnector3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90098F1-90A3-A04C-B7E6-B42103439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8704" y="3332178"/>
              <a:ext cx="0" cy="31306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32D5B1F-3F51-475E-3192-F54A1C9A5AEC}"/>
                </a:ext>
              </a:extLst>
            </p:cNvPr>
            <p:cNvSpPr/>
            <p:nvPr/>
          </p:nvSpPr>
          <p:spPr>
            <a:xfrm>
              <a:off x="4838103" y="3712331"/>
              <a:ext cx="759796" cy="54369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AC33B1EB-0531-F3EE-2D0B-B71455BC5633}"/>
                </a:ext>
              </a:extLst>
            </p:cNvPr>
            <p:cNvSpPr/>
            <p:nvPr/>
          </p:nvSpPr>
          <p:spPr>
            <a:xfrm>
              <a:off x="7278613" y="1482810"/>
              <a:ext cx="3879538" cy="1782279"/>
            </a:xfrm>
            <a:prstGeom prst="roundRect">
              <a:avLst>
                <a:gd name="adj" fmla="val 3194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Encoder</a:t>
              </a:r>
            </a:p>
            <a:p>
              <a:pPr algn="ctr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(Transformer)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AE315BC-AB66-F910-E380-6D4615334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3012" y="3289804"/>
              <a:ext cx="0" cy="31306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704C46F-FAB9-5795-3A1E-68032347DB6B}"/>
                </a:ext>
              </a:extLst>
            </p:cNvPr>
            <p:cNvSpPr/>
            <p:nvPr/>
          </p:nvSpPr>
          <p:spPr>
            <a:xfrm>
              <a:off x="7616553" y="3645243"/>
              <a:ext cx="572917" cy="54369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The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FEB5968-C45E-215D-5553-5E33BCD79A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9736" y="3289804"/>
              <a:ext cx="0" cy="31306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7749DBE-3165-EFA2-98DC-93DCDA146DB4}"/>
                </a:ext>
              </a:extLst>
            </p:cNvPr>
            <p:cNvSpPr/>
            <p:nvPr/>
          </p:nvSpPr>
          <p:spPr>
            <a:xfrm>
              <a:off x="8533277" y="3645243"/>
              <a:ext cx="572917" cy="54369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Cat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FAD57A3-375A-50E7-8915-C587FAE2A9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1743" y="3289804"/>
              <a:ext cx="0" cy="31306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BC399F-70C6-F70F-CA8F-DFC61E73409E}"/>
                </a:ext>
              </a:extLst>
            </p:cNvPr>
            <p:cNvSpPr/>
            <p:nvPr/>
          </p:nvSpPr>
          <p:spPr>
            <a:xfrm>
              <a:off x="9425284" y="3645243"/>
              <a:ext cx="572917" cy="54369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010D9BB-4716-51BE-4922-566E13AC0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3182" y="3289804"/>
              <a:ext cx="0" cy="31306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5FEF9C0-F4D6-B117-B8B6-2DB6F96EFC27}"/>
                </a:ext>
              </a:extLst>
            </p:cNvPr>
            <p:cNvSpPr/>
            <p:nvPr/>
          </p:nvSpPr>
          <p:spPr>
            <a:xfrm>
              <a:off x="10292581" y="3645243"/>
              <a:ext cx="759796" cy="54369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9FEC672-8DE8-3E78-A9E2-33800255A862}"/>
                </a:ext>
              </a:extLst>
            </p:cNvPr>
            <p:cNvSpPr txBox="1"/>
            <p:nvPr/>
          </p:nvSpPr>
          <p:spPr>
            <a:xfrm>
              <a:off x="1932307" y="852616"/>
              <a:ext cx="20826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RNN based Encoder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18648DD-0FDB-749F-07D8-466D02B02737}"/>
                </a:ext>
              </a:extLst>
            </p:cNvPr>
            <p:cNvSpPr txBox="1"/>
            <p:nvPr/>
          </p:nvSpPr>
          <p:spPr>
            <a:xfrm>
              <a:off x="8058192" y="852616"/>
              <a:ext cx="2320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Transformer’s Encoder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804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39565E-B9BA-2086-1E1A-62710187E975}"/>
              </a:ext>
            </a:extLst>
          </p:cNvPr>
          <p:cNvSpPr/>
          <p:nvPr/>
        </p:nvSpPr>
        <p:spPr>
          <a:xfrm>
            <a:off x="2889493" y="105829"/>
            <a:ext cx="3037971" cy="4369352"/>
          </a:xfrm>
          <a:prstGeom prst="roundRect">
            <a:avLst>
              <a:gd name="adj" fmla="val 1706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AD44F4-D8B6-1DE5-DA51-774D90D74E17}"/>
              </a:ext>
            </a:extLst>
          </p:cNvPr>
          <p:cNvSpPr/>
          <p:nvPr/>
        </p:nvSpPr>
        <p:spPr>
          <a:xfrm>
            <a:off x="3386501" y="301209"/>
            <a:ext cx="2043953" cy="50561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 &amp; Norm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DED1E7-7835-F840-53CF-CABD773C82B3}"/>
              </a:ext>
            </a:extLst>
          </p:cNvPr>
          <p:cNvSpPr/>
          <p:nvPr/>
        </p:nvSpPr>
        <p:spPr>
          <a:xfrm>
            <a:off x="3386501" y="1034521"/>
            <a:ext cx="2043953" cy="78351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Forward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000358-107A-6007-2CE7-9FCB18F6C996}"/>
              </a:ext>
            </a:extLst>
          </p:cNvPr>
          <p:cNvSpPr/>
          <p:nvPr/>
        </p:nvSpPr>
        <p:spPr>
          <a:xfrm>
            <a:off x="3386501" y="2196348"/>
            <a:ext cx="2043953" cy="50561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 &amp; Norm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E34834C-194E-8EED-B043-4FB3AE09DFDA}"/>
              </a:ext>
            </a:extLst>
          </p:cNvPr>
          <p:cNvSpPr/>
          <p:nvPr/>
        </p:nvSpPr>
        <p:spPr>
          <a:xfrm>
            <a:off x="3386501" y="2929660"/>
            <a:ext cx="2043953" cy="7835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Multi-Head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76177B-3566-C0CF-4BDB-30BE4870C6C9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4408478" y="806819"/>
            <a:ext cx="0" cy="227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0D7C85C-9424-BF17-65F6-A3605179C962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4408478" y="1818036"/>
            <a:ext cx="0" cy="378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2F2020-1E8F-E5CA-2705-5BC77CC1595A}"/>
              </a:ext>
            </a:extLst>
          </p:cNvPr>
          <p:cNvCxnSpPr>
            <a:stCxn id="9" idx="0"/>
          </p:cNvCxnSpPr>
          <p:nvPr/>
        </p:nvCxnSpPr>
        <p:spPr>
          <a:xfrm flipV="1">
            <a:off x="4408478" y="2701958"/>
            <a:ext cx="0" cy="227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7001D17F-00F9-ECA2-997B-4C192C8CF652}"/>
              </a:ext>
            </a:extLst>
          </p:cNvPr>
          <p:cNvCxnSpPr>
            <a:endCxn id="5" idx="1"/>
          </p:cNvCxnSpPr>
          <p:nvPr/>
        </p:nvCxnSpPr>
        <p:spPr>
          <a:xfrm rot="16200000" flipV="1">
            <a:off x="3168657" y="771858"/>
            <a:ext cx="1457666" cy="1021977"/>
          </a:xfrm>
          <a:prstGeom prst="bentConnector4">
            <a:avLst>
              <a:gd name="adj1" fmla="val -2214"/>
              <a:gd name="adj2" fmla="val 11710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5D6284B-00C1-E8A7-B59E-71F0E6C7850A}"/>
              </a:ext>
            </a:extLst>
          </p:cNvPr>
          <p:cNvSpPr/>
          <p:nvPr/>
        </p:nvSpPr>
        <p:spPr>
          <a:xfrm>
            <a:off x="3382931" y="5319632"/>
            <a:ext cx="2043953" cy="78351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301A9B-A354-3851-27B2-C7BDC684F755}"/>
              </a:ext>
            </a:extLst>
          </p:cNvPr>
          <p:cNvSpPr/>
          <p:nvPr/>
        </p:nvSpPr>
        <p:spPr>
          <a:xfrm>
            <a:off x="4204978" y="4702883"/>
            <a:ext cx="406997" cy="40699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lus 25">
            <a:extLst>
              <a:ext uri="{FF2B5EF4-FFF2-40B4-BE49-F238E27FC236}">
                <a16:creationId xmlns:a16="http://schemas.microsoft.com/office/drawing/2014/main" id="{1F2A40B8-CE63-7C95-7D91-DBFAD74FE64D}"/>
              </a:ext>
            </a:extLst>
          </p:cNvPr>
          <p:cNvSpPr/>
          <p:nvPr/>
        </p:nvSpPr>
        <p:spPr>
          <a:xfrm>
            <a:off x="4262168" y="4760073"/>
            <a:ext cx="292615" cy="292615"/>
          </a:xfrm>
          <a:prstGeom prst="mathPlus">
            <a:avLst>
              <a:gd name="adj1" fmla="val 9262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1A41BE7-656E-E4B7-5A44-13CACEB0F09D}"/>
              </a:ext>
            </a:extLst>
          </p:cNvPr>
          <p:cNvSpPr/>
          <p:nvPr/>
        </p:nvSpPr>
        <p:spPr>
          <a:xfrm>
            <a:off x="3002508" y="4633424"/>
            <a:ext cx="545911" cy="54591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525DB7B0-D061-3A84-A8AB-8B98DD4E7C29}"/>
              </a:ext>
            </a:extLst>
          </p:cNvPr>
          <p:cNvCxnSpPr>
            <a:cxnSpLocks/>
          </p:cNvCxnSpPr>
          <p:nvPr/>
        </p:nvCxnSpPr>
        <p:spPr>
          <a:xfrm>
            <a:off x="3111691" y="4763933"/>
            <a:ext cx="327546" cy="284893"/>
          </a:xfrm>
          <a:prstGeom prst="curvedConnector3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CFBFA4-DCFD-B562-938B-123F5B553B01}"/>
              </a:ext>
            </a:extLst>
          </p:cNvPr>
          <p:cNvCxnSpPr>
            <a:stCxn id="24" idx="0"/>
            <a:endCxn id="25" idx="4"/>
          </p:cNvCxnSpPr>
          <p:nvPr/>
        </p:nvCxnSpPr>
        <p:spPr>
          <a:xfrm flipV="1">
            <a:off x="4404908" y="5109880"/>
            <a:ext cx="3569" cy="209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1417524-5E6C-CA58-AAF4-7540115488DB}"/>
              </a:ext>
            </a:extLst>
          </p:cNvPr>
          <p:cNvCxnSpPr>
            <a:cxnSpLocks/>
            <a:stCxn id="25" idx="0"/>
            <a:endCxn id="9" idx="2"/>
          </p:cNvCxnSpPr>
          <p:nvPr/>
        </p:nvCxnSpPr>
        <p:spPr>
          <a:xfrm flipV="1">
            <a:off x="4408477" y="3713175"/>
            <a:ext cx="1" cy="989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B0718D-43BE-1FE7-98F5-BFDCB198EE32}"/>
              </a:ext>
            </a:extLst>
          </p:cNvPr>
          <p:cNvCxnSpPr>
            <a:cxnSpLocks/>
            <a:stCxn id="25" idx="2"/>
            <a:endCxn id="27" idx="6"/>
          </p:cNvCxnSpPr>
          <p:nvPr/>
        </p:nvCxnSpPr>
        <p:spPr>
          <a:xfrm flipH="1" flipV="1">
            <a:off x="3548419" y="4906380"/>
            <a:ext cx="656559" cy="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7A65DD-06F7-3736-FCB9-EB65EC76756B}"/>
              </a:ext>
            </a:extLst>
          </p:cNvPr>
          <p:cNvCxnSpPr/>
          <p:nvPr/>
        </p:nvCxnSpPr>
        <p:spPr>
          <a:xfrm>
            <a:off x="4027988" y="4027990"/>
            <a:ext cx="7407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311342-BE9E-AF42-C670-2F0E2BA9A756}"/>
              </a:ext>
            </a:extLst>
          </p:cNvPr>
          <p:cNvCxnSpPr>
            <a:cxnSpLocks/>
          </p:cNvCxnSpPr>
          <p:nvPr/>
        </p:nvCxnSpPr>
        <p:spPr>
          <a:xfrm flipV="1">
            <a:off x="4763789" y="3714347"/>
            <a:ext cx="343978" cy="314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3FEED5B-CA78-AA9C-C988-795EE87829CB}"/>
              </a:ext>
            </a:extLst>
          </p:cNvPr>
          <p:cNvCxnSpPr/>
          <p:nvPr/>
        </p:nvCxnSpPr>
        <p:spPr>
          <a:xfrm flipH="1" flipV="1">
            <a:off x="3659742" y="3713175"/>
            <a:ext cx="380720" cy="314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99A9B71A-C020-1B1D-CC7E-1A7A557A02F0}"/>
              </a:ext>
            </a:extLst>
          </p:cNvPr>
          <p:cNvCxnSpPr>
            <a:endCxn id="7" idx="1"/>
          </p:cNvCxnSpPr>
          <p:nvPr/>
        </p:nvCxnSpPr>
        <p:spPr>
          <a:xfrm rot="16200000" flipV="1">
            <a:off x="3016266" y="2819388"/>
            <a:ext cx="1758876" cy="1018406"/>
          </a:xfrm>
          <a:prstGeom prst="bentConnector4">
            <a:avLst>
              <a:gd name="adj1" fmla="val -2713"/>
              <a:gd name="adj2" fmla="val 12244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B15EDC4-E64D-5D00-C160-67152F73E953}"/>
              </a:ext>
            </a:extLst>
          </p:cNvPr>
          <p:cNvCxnSpPr>
            <a:endCxn id="24" idx="2"/>
          </p:cNvCxnSpPr>
          <p:nvPr/>
        </p:nvCxnSpPr>
        <p:spPr>
          <a:xfrm flipV="1">
            <a:off x="4404907" y="6103147"/>
            <a:ext cx="1" cy="311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EC7C45A-D0DB-3A0E-4E9C-DD1AA963B396}"/>
              </a:ext>
            </a:extLst>
          </p:cNvPr>
          <p:cNvSpPr txBox="1"/>
          <p:nvPr/>
        </p:nvSpPr>
        <p:spPr>
          <a:xfrm>
            <a:off x="4040462" y="6488668"/>
            <a:ext cx="81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A935C6-CA8F-52A1-E3B2-853E03C31418}"/>
              </a:ext>
            </a:extLst>
          </p:cNvPr>
          <p:cNvSpPr txBox="1"/>
          <p:nvPr/>
        </p:nvSpPr>
        <p:spPr>
          <a:xfrm>
            <a:off x="1715429" y="4633097"/>
            <a:ext cx="116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Positional</a:t>
            </a:r>
          </a:p>
          <a:p>
            <a:r>
              <a:rPr lang="en-US" dirty="0"/>
              <a:t>Encoding</a:t>
            </a:r>
          </a:p>
        </p:txBody>
      </p:sp>
    </p:spTree>
    <p:extLst>
      <p:ext uri="{BB962C8B-B14F-4D97-AF65-F5344CB8AC3E}">
        <p14:creationId xmlns:p14="http://schemas.microsoft.com/office/powerpoint/2010/main" val="940774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</Words>
  <Application>Microsoft Macintosh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Esmaeil Rezaei</dc:creator>
  <cp:lastModifiedBy>Esmaeil Rezaei</cp:lastModifiedBy>
  <cp:revision>5</cp:revision>
  <dcterms:created xsi:type="dcterms:W3CDTF">2026-01-04T18:02:02Z</dcterms:created>
  <dcterms:modified xsi:type="dcterms:W3CDTF">2026-01-04T18:27:11Z</dcterms:modified>
</cp:coreProperties>
</file>